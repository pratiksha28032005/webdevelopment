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67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B281F4-22D2-4DDA-921C-9AA5C6E490FD}" v="2" dt="2026-03-08T11:15:1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pratiksha2005@gmail.com" userId="579592e4f2c81da6" providerId="LiveId" clId="{35F40D4E-DA49-4DA1-B10E-FBCD208E8C1C}"/>
    <pc:docChg chg="custSel addSld delSld modSld sldOrd">
      <pc:chgData name="dpratiksha2005@gmail.com" userId="579592e4f2c81da6" providerId="LiveId" clId="{35F40D4E-DA49-4DA1-B10E-FBCD208E8C1C}" dt="2026-03-08T11:15:14.214" v="50"/>
      <pc:docMkLst>
        <pc:docMk/>
      </pc:docMkLst>
      <pc:sldChg chg="addSp delSp modSp del mod chgLayout">
        <pc:chgData name="dpratiksha2005@gmail.com" userId="579592e4f2c81da6" providerId="LiveId" clId="{35F40D4E-DA49-4DA1-B10E-FBCD208E8C1C}" dt="2026-03-08T11:14:12.103" v="1" actId="2696"/>
        <pc:sldMkLst>
          <pc:docMk/>
          <pc:sldMk cId="1606003288" sldId="256"/>
        </pc:sldMkLst>
        <pc:spChg chg="mod ord">
          <ac:chgData name="dpratiksha2005@gmail.com" userId="579592e4f2c81da6" providerId="LiveId" clId="{35F40D4E-DA49-4DA1-B10E-FBCD208E8C1C}" dt="2026-03-08T11:14:06.424" v="0" actId="6264"/>
          <ac:spMkLst>
            <pc:docMk/>
            <pc:sldMk cId="1606003288" sldId="256"/>
            <ac:spMk id="2" creationId="{84B6C6C3-E27D-2F8B-9E9A-F55F8B1B0E6C}"/>
          </ac:spMkLst>
        </pc:spChg>
        <pc:spChg chg="mod ord">
          <ac:chgData name="dpratiksha2005@gmail.com" userId="579592e4f2c81da6" providerId="LiveId" clId="{35F40D4E-DA49-4DA1-B10E-FBCD208E8C1C}" dt="2026-03-08T11:14:06.424" v="0" actId="6264"/>
          <ac:spMkLst>
            <pc:docMk/>
            <pc:sldMk cId="1606003288" sldId="256"/>
            <ac:spMk id="3" creationId="{1F5FCBA2-C02D-AA35-561D-3C6BA50E505A}"/>
          </ac:spMkLst>
        </pc:spChg>
        <pc:spChg chg="add del mod">
          <ac:chgData name="dpratiksha2005@gmail.com" userId="579592e4f2c81da6" providerId="LiveId" clId="{35F40D4E-DA49-4DA1-B10E-FBCD208E8C1C}" dt="2026-03-08T11:14:06.424" v="0" actId="6264"/>
          <ac:spMkLst>
            <pc:docMk/>
            <pc:sldMk cId="1606003288" sldId="256"/>
            <ac:spMk id="4" creationId="{A01498B6-56F9-CD7E-9AD8-E87092C0D165}"/>
          </ac:spMkLst>
        </pc:spChg>
        <pc:spChg chg="add del mod">
          <ac:chgData name="dpratiksha2005@gmail.com" userId="579592e4f2c81da6" providerId="LiveId" clId="{35F40D4E-DA49-4DA1-B10E-FBCD208E8C1C}" dt="2026-03-08T11:14:06.424" v="0" actId="6264"/>
          <ac:spMkLst>
            <pc:docMk/>
            <pc:sldMk cId="1606003288" sldId="256"/>
            <ac:spMk id="5" creationId="{68A61FE2-FBE2-6C24-C6E1-E3CFD758AA49}"/>
          </ac:spMkLst>
        </pc:spChg>
      </pc:sldChg>
      <pc:sldChg chg="ord">
        <pc:chgData name="dpratiksha2005@gmail.com" userId="579592e4f2c81da6" providerId="LiveId" clId="{35F40D4E-DA49-4DA1-B10E-FBCD208E8C1C}" dt="2026-03-08T11:14:17.142" v="6"/>
        <pc:sldMkLst>
          <pc:docMk/>
          <pc:sldMk cId="4234313254" sldId="257"/>
        </pc:sldMkLst>
      </pc:sldChg>
      <pc:sldChg chg="new del ord">
        <pc:chgData name="dpratiksha2005@gmail.com" userId="579592e4f2c81da6" providerId="LiveId" clId="{35F40D4E-DA49-4DA1-B10E-FBCD208E8C1C}" dt="2026-03-08T11:14:43.717" v="13" actId="2696"/>
        <pc:sldMkLst>
          <pc:docMk/>
          <pc:sldMk cId="1306804925" sldId="267"/>
        </pc:sldMkLst>
      </pc:sldChg>
      <pc:sldChg chg="new del">
        <pc:chgData name="dpratiksha2005@gmail.com" userId="579592e4f2c81da6" providerId="LiveId" clId="{35F40D4E-DA49-4DA1-B10E-FBCD208E8C1C}" dt="2026-03-08T11:14:30.614" v="7" actId="2696"/>
        <pc:sldMkLst>
          <pc:docMk/>
          <pc:sldMk cId="3210533745" sldId="267"/>
        </pc:sldMkLst>
      </pc:sldChg>
      <pc:sldChg chg="modSp new mod ord">
        <pc:chgData name="dpratiksha2005@gmail.com" userId="579592e4f2c81da6" providerId="LiveId" clId="{35F40D4E-DA49-4DA1-B10E-FBCD208E8C1C}" dt="2026-03-08T11:15:14.214" v="50"/>
        <pc:sldMkLst>
          <pc:docMk/>
          <pc:sldMk cId="3792202292" sldId="267"/>
        </pc:sldMkLst>
        <pc:spChg chg="mod">
          <ac:chgData name="dpratiksha2005@gmail.com" userId="579592e4f2c81da6" providerId="LiveId" clId="{35F40D4E-DA49-4DA1-B10E-FBCD208E8C1C}" dt="2026-03-08T11:15:14.214" v="50"/>
          <ac:spMkLst>
            <pc:docMk/>
            <pc:sldMk cId="3792202292" sldId="267"/>
            <ac:spMk id="2" creationId="{45CEB122-D29A-FD68-5903-C7091F9BE7B7}"/>
          </ac:spMkLst>
        </pc:spChg>
        <pc:spChg chg="mod">
          <ac:chgData name="dpratiksha2005@gmail.com" userId="579592e4f2c81da6" providerId="LiveId" clId="{35F40D4E-DA49-4DA1-B10E-FBCD208E8C1C}" dt="2026-03-08T11:15:14.214" v="50"/>
          <ac:spMkLst>
            <pc:docMk/>
            <pc:sldMk cId="3792202292" sldId="267"/>
            <ac:spMk id="3" creationId="{B1097BB5-4628-9C91-13CE-1A4E0674326F}"/>
          </ac:spMkLst>
        </pc:spChg>
      </pc:sldChg>
      <pc:sldChg chg="add del">
        <pc:chgData name="dpratiksha2005@gmail.com" userId="579592e4f2c81da6" providerId="LiveId" clId="{35F40D4E-DA49-4DA1-B10E-FBCD208E8C1C}" dt="2026-03-08T11:14:40.434" v="12" actId="2696"/>
        <pc:sldMkLst>
          <pc:docMk/>
          <pc:sldMk cId="874288113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433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21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82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20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49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724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87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151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61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4563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127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86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540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531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540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97BE5-8381-475C-A9DD-5B2012D3C48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9504BAF-65A4-4C7A-B50A-1DE9B2B77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40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EB122-D29A-FD68-5903-C7091F9B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 PROJECT-1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97BB5-4628-9C91-13CE-1A4E06743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EXPENSE TRACKER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202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A31D57-4436-4C8C-98FD-D3FEEA944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01" y="552212"/>
            <a:ext cx="11119235" cy="61548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DD231D-0F01-A5C8-F0A9-801C83DDE36C}"/>
              </a:ext>
            </a:extLst>
          </p:cNvPr>
          <p:cNvSpPr txBox="1"/>
          <p:nvPr/>
        </p:nvSpPr>
        <p:spPr>
          <a:xfrm>
            <a:off x="1152144" y="173736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31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00879-2752-3329-54B8-C9DEDCADF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11" y="0"/>
            <a:ext cx="116567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3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5012B-1655-A757-9BC0-47CCCE8F6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18" y="9144"/>
            <a:ext cx="116695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99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354F05-2A2B-AB38-1011-52A3604C7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3" y="704469"/>
            <a:ext cx="11192256" cy="58426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077866-8338-8508-86E9-3958E4F9AAC6}"/>
              </a:ext>
            </a:extLst>
          </p:cNvPr>
          <p:cNvSpPr txBox="1"/>
          <p:nvPr/>
        </p:nvSpPr>
        <p:spPr>
          <a:xfrm>
            <a:off x="768096" y="167569"/>
            <a:ext cx="2752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style.css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8029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54FB5-DDAD-ADA6-192D-E81AB9212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84" y="0"/>
            <a:ext cx="11708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11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28B51E-4388-FAAC-1158-179FA3924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64" y="0"/>
            <a:ext cx="11663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65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6A7191-B51F-9653-160A-8EF5DC6CA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0" y="0"/>
            <a:ext cx="11990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22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BAC090-CE12-4B2D-0FCC-BDEB4E714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80" y="859536"/>
            <a:ext cx="10583920" cy="58795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ACAEEA-E933-1241-FD59-A3CB9371B2DA}"/>
              </a:ext>
            </a:extLst>
          </p:cNvPr>
          <p:cNvSpPr txBox="1"/>
          <p:nvPr/>
        </p:nvSpPr>
        <p:spPr>
          <a:xfrm>
            <a:off x="617480" y="118873"/>
            <a:ext cx="457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Modern No. 20" panose="02070704070505020303" pitchFamily="18" charset="0"/>
              </a:rPr>
              <a:t>OUTPUT</a:t>
            </a:r>
            <a:endParaRPr lang="en-IN" sz="3200" dirty="0">
              <a:solidFill>
                <a:schemeClr val="accent1"/>
              </a:solidFill>
              <a:latin typeface="Modern No. 20" panose="0207070407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6797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12</Words>
  <Application>Microsoft Office PowerPoint</Application>
  <PresentationFormat>Widescreen</PresentationFormat>
  <Paragraphs>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Modern No. 20</vt:lpstr>
      <vt:lpstr>Trebuchet MS</vt:lpstr>
      <vt:lpstr>Wingdings 3</vt:lpstr>
      <vt:lpstr>Facet</vt:lpstr>
      <vt:lpstr>MINI  PROJECT-1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dpratiksha2005@gmail.com</dc:creator>
  <cp:lastModifiedBy>dpratiksha2005@gmail.com</cp:lastModifiedBy>
  <cp:revision>1</cp:revision>
  <dcterms:created xsi:type="dcterms:W3CDTF">2026-03-08T11:00:07Z</dcterms:created>
  <dcterms:modified xsi:type="dcterms:W3CDTF">2026-03-08T11:15:17Z</dcterms:modified>
</cp:coreProperties>
</file>